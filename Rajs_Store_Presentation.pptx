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75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1143000"/>
            <a:ext cx="7315200" cy="9601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1704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RAJ'S STORE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Web Application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2103120"/>
            <a:ext cx="73152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17627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9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Partial Fulfilment for the Award of the Degree of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Computer Science and Engineering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3337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
</a:t>
            </a:r>
            <a:r>
              <a:rPr lang="en-US" sz="1200" b="1" dirty="0">
                <a:solidFill>
                  <a:srgbClr val="1C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RAJ SINGH
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CS-2341385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3337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r>
              <a:rPr lang="en-US" sz="1200" b="1" dirty="0">
                <a:solidFill>
                  <a:srgbClr val="1C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Parul Saini
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IILM University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12984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fully functional e-commerce front-end without any backend infrastructure.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1316736"/>
            <a:ext cx="64008" cy="45720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5681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core shopping features: product listing, search, sort, cart, and wishlist management.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1975104"/>
            <a:ext cx="64008" cy="45720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6151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zero-configuration AI chatbot providing personalised product recommendations.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2633472"/>
            <a:ext cx="64008" cy="45720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2735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 responsive, visually consistent design across desktop and mobile devices.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3291840"/>
            <a:ext cx="64008" cy="45720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931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5: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modular JavaScript architecture through clean separation of concerns (HTML / CSS / JS).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3950208"/>
            <a:ext cx="64008" cy="45720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572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Raj's Store is a client-side e-commerce web application built with HTML5, CSS3, and Vanilla JavaScript. It simulates a premium online retail experience without requiring any backend server or database, making it lightweight, fast, and deployable on any static hosting platform.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50545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growth of e-commerce in India — driven by platforms such as Flipkart, Amazon, and Meesho — highlights the need for high-performance shopping interfaces. The integration of an AI-powered personal shopping assistant reflects the industry trend of embedding conversational AI into retail applications.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438144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Six products across three categories (Fashion, Electronics, Lifestyle).
• AI shopping assistant with rule-based recommendation engine.
• User authentication simulation and checkout demonstration.
• Fully responsive design — no payment gateway or server-side logic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135331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353312"/>
            <a:ext cx="64008" cy="86868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389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16459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UI components — navbar, product grid, modals, and sidebars.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35331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353312"/>
            <a:ext cx="64008" cy="86868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1389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16459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Flexbox/Grid layout, purple gradient design language, keyframe animations, media queries.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240487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2404872"/>
            <a:ext cx="64008" cy="868680"/>
          </a:xfrm>
          <a:prstGeom prst="rect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441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(ES6+)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" y="26974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state management, event handling, Fetch API, and chatbot logic.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240487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0600" y="2404872"/>
            <a:ext cx="64008" cy="868680"/>
          </a:xfrm>
          <a:prstGeom prst="rect">
            <a:avLst/>
          </a:prstGeom>
          <a:solidFill>
            <a:srgbClr val="538DD7"/>
          </a:solidFill>
          <a:ln w="12700">
            <a:solidFill>
              <a:srgbClr val="538D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2441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 6.5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19472" y="26974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used for cart, heart, search, and UI icons via CDN.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345643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3456432"/>
            <a:ext cx="64008" cy="868680"/>
          </a:xfrm>
          <a:prstGeom prst="rect">
            <a:avLst/>
          </a:prstGeom>
          <a:solidFill>
            <a:srgbClr val="5436DA"/>
          </a:solidFill>
          <a:ln w="12700">
            <a:solidFill>
              <a:srgbClr val="5436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3493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" y="3749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shopping assistant with context-aware recommendations.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00600" y="3456432"/>
            <a:ext cx="41605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0600" y="3456432"/>
            <a:ext cx="64008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9472" y="3493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Picsum Photos API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19472" y="3749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high-quality product images sourced at 600×600 pixel resolution.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Raj's Store follows a three-layer client-side architecture with no backend dependency: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1627632"/>
            <a:ext cx="8503920" cy="96012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627632"/>
            <a:ext cx="73152" cy="96012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166420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Presentation Layer (HTML5)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" y="19202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all UI components.   •   Login modal, hero section, navbar, product grid, cart &amp; wishlist sidebars.   •   Quick-view modal and toast notification containers.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679192"/>
            <a:ext cx="8503920" cy="96012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679192"/>
            <a:ext cx="73152" cy="96012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71576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Style Layer (CSS3)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" y="29718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styling, purple gradient design language.   •   Responsive Flexbox/Grid layouts and CSS animations.   •   Media queries for mobile-responsive breakpoints.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730752"/>
            <a:ext cx="8503920" cy="960120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3730752"/>
            <a:ext cx="73152" cy="960120"/>
          </a:xfrm>
          <a:prstGeom prst="rect">
            <a:avLst/>
          </a:prstGeom>
          <a:solidFill>
            <a:srgbClr val="5436DA"/>
          </a:solidFill>
          <a:ln w="12700">
            <a:solidFill>
              <a:srgbClr val="5436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76732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Logic Layer (JavaScript ES6+)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" y="4023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 management: cart, wishlist arrays.   •   Dynamic DOM rendering, event-driven interactions.   •   AI chatbot keyword-matching rule engine, Anthropic API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608" y="1316736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3167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8408" y="13807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Login/Auth Modal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78408" y="16276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authentication simulation with demo skip option.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0" y="1316736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3167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40680" y="13807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Grid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40680" y="16276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rendering of 6 products with search, sort, and category filter.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92608" y="2157984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579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78408" y="22219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78408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cart with add/remove, quantity control, and live subtotal.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0" y="2157984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1579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440680" y="22219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 System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4068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wishlist with heart icon, count badge, and dedicated sidebar.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92608" y="2999232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" y="299923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78408" y="3063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View Modal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78408" y="3310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popup without leaving the product grid page.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2999232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299923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40680" y="3063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40680" y="3310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for cart/wishlist actions via animated toast messages.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92608" y="3840480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4048" y="38404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✦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78408" y="39044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Personal Shopper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78408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with quick chips, conversational UI, and Claude API integration.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54880" y="3840480"/>
            <a:ext cx="4206240" cy="749808"/>
          </a:xfrm>
          <a:prstGeom prst="rect">
            <a:avLst/>
          </a:prstGeom>
          <a:solidFill>
            <a:srgbClr val="F8F9FC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38404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440680" y="39044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0680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mobile-responsive layout using CSS Flexbox and Grid.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CATALOGUE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16736"/>
          <a:ext cx="8503920" cy="338328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(₹)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Violet Dream Hoodie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oversized hoodie with soft fleece lining.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Amethyst Wireless Earbuds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High-fidelity ANC earbuds, 30-hr battery life.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Lunar Purple Sneakers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Stylish sneakers with premium cushioning.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Glow Smartwatch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tracker with AMOLED display.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 Velvet Jacket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 velvet jacket with premium finish.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Aura LED Lamp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mood lighting with 16 million colours.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PERSONAL SHOPPING ASSISTANT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13167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6002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chatbot is implemented as a floating action button (✦) that opens a chat panel with a custom system prompt configuring it as a personal stylist for Raj's Store.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3957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Chips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6700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quick-chip buttons allow users to ask common queries instantly: "What's under ₹2000?", "Best electronics?", "Gift ideas?", and "What's trending?"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32841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62102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conversation history maintained per session.
• Streaming-compatible API call structure.
• Bot/user bubble UI with avatar icons.
• Graceful fallback for API errors.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3794760" cy="3337560"/>
          </a:xfrm>
          <a:prstGeom prst="rect">
            <a:avLst/>
          </a:prstGeom>
          <a:solidFill>
            <a:srgbClr val="1A1A2E"/>
          </a:solidFill>
          <a:ln w="25400">
            <a:solidFill>
              <a:srgbClr val="543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280160"/>
            <a:ext cx="3794760" cy="365760"/>
          </a:xfrm>
          <a:prstGeom prst="rect">
            <a:avLst/>
          </a:prstGeom>
          <a:solidFill>
            <a:srgbClr val="5436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Raj's AI Shopper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74920" y="1737360"/>
            <a:ext cx="2899954" cy="640080"/>
          </a:xfrm>
          <a:prstGeom prst="roundRect">
            <a:avLst>
              <a:gd name="adj" fmla="val 14286"/>
            </a:avLst>
          </a:prstGeom>
          <a:solidFill>
            <a:srgbClr val="2D2D52"/>
          </a:solidFill>
          <a:ln w="12700">
            <a:solidFill>
              <a:srgbClr val="543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8072" y="1783080"/>
            <a:ext cx="282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Hey! 👋 I'm your personal shopping assistant. Tell me your style, occasion, or budget!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88152" y="2487168"/>
            <a:ext cx="2761488" cy="640080"/>
          </a:xfrm>
          <a:prstGeom prst="roundRect">
            <a:avLst>
              <a:gd name="adj" fmla="val 14286"/>
            </a:avLst>
          </a:prstGeom>
          <a:solidFill>
            <a:srgbClr val="5436DA"/>
          </a:solidFill>
          <a:ln w="12700">
            <a:solidFill>
              <a:srgbClr val="5436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88152" y="253288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What's trending?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74920" y="3236976"/>
            <a:ext cx="2899954" cy="640080"/>
          </a:xfrm>
          <a:prstGeom prst="roundRect">
            <a:avLst>
              <a:gd name="adj" fmla="val 14286"/>
            </a:avLst>
          </a:prstGeom>
          <a:solidFill>
            <a:srgbClr val="2D2D52"/>
          </a:solidFill>
          <a:ln w="12700">
            <a:solidFill>
              <a:srgbClr val="543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48072" y="3282696"/>
            <a:ext cx="282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Our top picks right now: Crystal Glow Smartwatch (₹5,299) and Midnight Velvet Jacket (₹4,199)!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&amp; DISCUSSION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1280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with Similar Projects: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219456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Raj's 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Cart 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Clone (Demo)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(Claude 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View 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38587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" y="41330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successfully delivers a full e-commerce UI without any backend dependency. The AI chatbot integration demonstrates practical use of LLM APIs in client-side applications. The responsive design ensures consistent user experience across all device sizes.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Raj's Store — AI-Powered E-Commerce Web Application | IILM University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u="sng" dirty="0">
                <a:solidFill>
                  <a:srgbClr val="1C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DIRECTIONS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1480" y="1298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09344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Successfully developed a production-grade e-commerce front-end using only HTML5, CSS3, and JavaScript.
• Demonstrated that AI-powered conversational assistants can be integrated into lightweight, client-side web apps.
• The purple gradient design language ensures a premium, consistent visual identity across all components.
• The project validates the feasibility of zero-backend architecture for academic-scale e-commerce applications.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2651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999232"/>
            <a:ext cx="347472" cy="274320"/>
          </a:xfrm>
          <a:prstGeom prst="ellipse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9992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1248" y="299923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— Node.js + MongoDB for real user accounts and persistent cart.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364992"/>
            <a:ext cx="347472" cy="274320"/>
          </a:xfrm>
          <a:prstGeom prst="ellipse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3649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1248" y="336499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— Razorpay / Stripe integration for end-to-end checkout flow.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730752"/>
            <a:ext cx="347472" cy="274320"/>
          </a:xfrm>
          <a:prstGeom prst="ellipse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730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41248" y="37307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Upgrade — Migrate from rule-based to Claude claude-sonnet model for richer chatbot responses.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4096512"/>
            <a:ext cx="347472" cy="274320"/>
          </a:xfrm>
          <a:prstGeom prst="ellipse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0965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41248" y="409651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Product management, order tracking, and sales analytics panel.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" y="4462272"/>
            <a:ext cx="347472" cy="274320"/>
          </a:xfrm>
          <a:prstGeom prst="ellipse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4622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41248" y="446227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 — Service workers and offline caching for Progressive Web App functionality.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A6B"/>
          </a:solidFill>
          <a:ln w="12700">
            <a:solidFill>
              <a:srgbClr val="1C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ocx_unpacked/word/media/c2eb8b9a99ade3b6a9e780c467d084dc0b0897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1440"/>
            <a:ext cx="195681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AAB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097280"/>
            <a:ext cx="7315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2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YOU..!!!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318211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Raj Singh  |  CS-2341385
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and Engineering
</a:t>
            </a: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February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425696"/>
            <a:ext cx="73152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1319</Words>
  <Application>Microsoft Office PowerPoint</Application>
  <PresentationFormat>On-screen Show (16:9)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Raj's Store - AI-Powered E-Commerce Web Application</dc:title>
  <dc:subject>PptxGenJS Presentation</dc:subject>
  <dc:creator>Abhay Raj Singh</dc:creator>
  <cp:lastModifiedBy>Abhay Raj Jadaun</cp:lastModifiedBy>
  <cp:revision>4</cp:revision>
  <dcterms:created xsi:type="dcterms:W3CDTF">2026-04-28T21:53:57Z</dcterms:created>
  <dcterms:modified xsi:type="dcterms:W3CDTF">2026-04-29T06:28:07Z</dcterms:modified>
</cp:coreProperties>
</file>